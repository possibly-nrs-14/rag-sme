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Quiz on Neurochemicals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In the context of neuroscience research from 1999, which two neurotransmitters are noted for their interaction in the human brain stem and its behavioral implications?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Dopamine and serotonin</a:t>
            </a:r>
          </a:p>
          <a:p>
            <a:r>
              <a:t>B. Corticotropin-releasing hormone and serotonin</a:t>
            </a:r>
          </a:p>
          <a:p>
            <a:r>
              <a:t>C. Acetylcholine and dopamine</a:t>
            </a:r>
          </a:p>
          <a:p>
            <a:r>
              <a:t>D. GABA and glutamate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Q2: In the context of neuroscience research from 1999, which two neurotransmitters are noted for their interaction in the human brain stem and its behavioral implications?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Dopamine and serotonin</a:t>
            </a:r>
          </a:p>
          <a:p>
            <a:r>
              <a:t>B. GABA and glutamate</a:t>
            </a:r>
          </a:p>
          <a:p>
            <a:r>
              <a:t>C. Corticotropin-releasing hormone and serotonin</a:t>
            </a:r>
          </a:p>
          <a:p>
            <a:r>
              <a:t>D. Acetylcholine and norepinephrine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Q3: What is the estimated space between adjacent elements in the brain's extracell0ular fluid compartment?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100 a</a:t>
            </a:r>
          </a:p>
          <a:p>
            <a:r>
              <a:t>B. 200 a</a:t>
            </a:r>
          </a:p>
          <a:p>
            <a:r>
              <a:t>C. 300 a</a:t>
            </a:r>
          </a:p>
          <a:p>
            <a:r>
              <a:t>D. 400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Q4: According to the research by Holt DJ, Graybiel AM, and Saper CB in 1997, what is the neurochemical architecture of the human striatum primarily composed of?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Serotonin and GABA</a:t>
            </a:r>
          </a:p>
          <a:p>
            <a:r>
              <a:t>B. Dopamine and glutamate</a:t>
            </a:r>
          </a:p>
          <a:p>
            <a:r>
              <a:t>C. Dopamine and serotonin</a:t>
            </a:r>
          </a:p>
          <a:p>
            <a:r>
              <a:t>D. Glutamate and GABA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Q5: Which of the following researchers conducted a study on the ultrastructure of nodes of Ranvier in 1959?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de Robertis, E. and Bennett, H. (1954)</a:t>
            </a:r>
          </a:p>
          <a:p>
            <a:r>
              <a:t>B. de Robertis, E. and Norinski, W.W. and Saez, F. (1965)</a:t>
            </a:r>
          </a:p>
          <a:p>
            <a:r>
              <a:t>C. Robinson, J.D. (1958)</a:t>
            </a:r>
          </a:p>
          <a:p>
            <a:r>
              <a:t>D. Robinson, J.D. (1959)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1. B</a:t>
            </a:r>
          </a:p>
          <a:p>
            <a:r>
              <a:t>2. C</a:t>
            </a:r>
          </a:p>
          <a:p>
            <a:r>
              <a:t>3. B</a:t>
            </a:r>
          </a:p>
          <a:p>
            <a:r>
              <a:t>4. B</a:t>
            </a:r>
          </a:p>
          <a:p>
            <a:r>
              <a:t>5. 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the_human_nervous_system_Charles_R_Noback.pdf | chunk=doc_99d01612_128_01673 | g=128 | pos=1673</a:t>
            </a:r>
          </a:p>
          <a:p>
            <a:r>
              <a:t>the_human_nervous_system_Charles_R_Noback.pdf | chunk=doc_4c5c950b_128_01673 | g=128 | pos=1673</a:t>
            </a:r>
          </a:p>
          <a:p>
            <a:r>
              <a:t>Carpenter Human-Neuroanatomy_text.pdf | chunk=doc_96554193_512_00056 | g=512 | pos=56</a:t>
            </a:r>
          </a:p>
          <a:p>
            <a:r>
              <a:t>barr_human_nervous_system.pdf | chunk=doc_dd0c01e1_128_01099 | g=128 | pos=1099</a:t>
            </a:r>
          </a:p>
          <a:p>
            <a:r>
              <a:t>Carpenter Human-Neuroanatomy_text.pdf | chunk=doc_96554193_512_01027 | g=512 | pos=1027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