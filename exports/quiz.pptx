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Quiz on neurochemicals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Q1: According to the provided context, which brain structure is primarily associated with the synthesis of dopamine in the human brain?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A. Basal ganglia</a:t>
            </a:r>
          </a:p>
          <a:p>
            <a:r>
              <a:t>B. Thalamus</a:t>
            </a:r>
          </a:p>
          <a:p>
            <a:r>
              <a:t>C. Cerebellum</a:t>
            </a:r>
          </a:p>
          <a:p>
            <a:r>
              <a:t>D. Cerebrum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Answer Key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1. 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barr_human_nervous_system.pdf | chunk=doc_dd0c01e1_512_00344 | g=512 | pos=344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