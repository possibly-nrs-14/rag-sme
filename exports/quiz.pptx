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What is the main function of corticopontine fibers?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A. To provide input to the motor cranial nerve nuclei.</a:t>
            </a:r>
          </a:p>
          <a:p>
            <a:r>
              <a:t>B. To provide input to the corticospinal tract.</a:t>
            </a:r>
          </a:p>
          <a:p>
            <a:r>
              <a:t>C. To provide input to the reticular formation.</a:t>
            </a:r>
          </a:p>
          <a:p>
            <a:r>
              <a:t>D. To provide input to the pallium.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