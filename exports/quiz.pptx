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Which of the following diseases is associated with cerebellar ataxia and progressive dementia?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Kuru</a:t>
            </a:r>
          </a:p>
          <a:p>
            <a:r>
              <a:t>B. Creutzfeldt-Jacob disease</a:t>
            </a:r>
          </a:p>
          <a:p>
            <a:r>
              <a:t>C. Scrapie</a:t>
            </a:r>
          </a:p>
          <a:p>
            <a:r>
              <a:t>D. Mad cow disease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Q2: Where is caseous material often located?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In the basal cisterns</a:t>
            </a:r>
          </a:p>
          <a:p>
            <a:r>
              <a:t>B. In the subarachnoid space</a:t>
            </a:r>
          </a:p>
          <a:p>
            <a:r>
              <a:t>C. In the convexity of the brain</a:t>
            </a:r>
          </a:p>
          <a:p>
            <a:r>
              <a:t>D. In the ventricles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Q3: What is the main clinical signs of diseases expressing these manifestations include kuru, documented in new guinea where human brains were eaten while prepar - ing bodies for burial, creutzfeldt – jacob dis - ease, shown to be transmittable, scrapie, a disease found in sheep, and mad cow disease?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Cerebellar ataxia and progressive dementia</a:t>
            </a:r>
          </a:p>
          <a:p>
            <a:r>
              <a:t>B. Tremor and hypotonia</a:t>
            </a:r>
          </a:p>
          <a:p>
            <a:r>
              <a:t>C. Spongiform degeneration of cortical neurons in the cerebellum and cerebrum</a:t>
            </a:r>
          </a:p>
          <a:p>
            <a:r>
              <a:t>D. Glial proliferation and cytoplasmic vacuoles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B</a:t>
            </a:r>
          </a:p>
          <a:p>
            <a:r>
              <a:t>2. A</a:t>
            </a:r>
          </a:p>
          <a:p>
            <a:r>
              <a:t>3.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