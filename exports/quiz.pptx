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Q1: What is the primary function of a compiler?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To translate source code into machine code.</a:t>
            </a:r>
          </a:p>
          <a:p>
            <a:r>
              <a:t>B. To interpret the source code directly.</a:t>
            </a:r>
          </a:p>
          <a:p>
            <a:r>
              <a:t>C. To debug the source code.</a:t>
            </a:r>
          </a:p>
          <a:p>
            <a:r>
              <a:t>D. To optimize the source code for performance.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Answer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1.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