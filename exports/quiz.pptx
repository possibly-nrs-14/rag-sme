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Quiz on Parts of the brain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Which part of the brain is primarily responsible for skilled movement?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Cerebellum</a:t>
            </a:r>
          </a:p>
          <a:p>
            <a:r>
              <a:t>B. Cortex</a:t>
            </a:r>
          </a:p>
          <a:p>
            <a:r>
              <a:t>C. Grey matter</a:t>
            </a:r>
          </a:p>
          <a:p>
            <a:r>
              <a:t>D. Brain 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Q2: What are the two main parts of the cerebrum, and where is the diencephalon located in relation to the third ventricle and cerebral aqueduct?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The cerebrum is divided into the diencephalon and the telencephalon; the diencephalon is located posterior to the third ventricle and anterior to the cerebral aqueduct.</a:t>
            </a:r>
          </a:p>
          <a:p>
            <a:r>
              <a:t>B. The cerebrum is divided into the diencephalon and the telencephalon; the diencephalon is located posterior to the cerebral aqueduct and anterior to the third ventricle.</a:t>
            </a:r>
          </a:p>
          <a:p>
            <a:r>
              <a:t>C. The cerebrum is divided into the diencephalon and the telencephalon; the diencephalon is located posterior to the third ventricle and anterior to the cerebral aqueduct.</a:t>
            </a:r>
          </a:p>
          <a:p>
            <a:r>
              <a:t>D. The cerebrum is divided into the diencephalon and the telencephalon; the diencephalon is located posterior to the cerebral aqueduct and anterior to the third ventricle.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Q3: What are the two main parts of the cerebrum, and where is the diencephalon located in relation to the third ventricle and cerebral aqueduct?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The cerebrum is divided into the diencephalon and the telencephalon; the diencephalon is located posterior to the third ventricle and anterior to the cerebral aqueduct.</a:t>
            </a:r>
          </a:p>
          <a:p>
            <a:r>
              <a:t>B. The cerebrum is divided into the diencephalon and the telencephalon; the diencephalon is located posterior to the cerebral aqueduct and anterior to the third ventricle.</a:t>
            </a:r>
          </a:p>
          <a:p>
            <a:r>
              <a:t>C. The cerebrum is divided into the diencephalon and the telencephalon; the diencephalon is located posterior to the third ventricle and anterior to the cerebral aqueduct.</a:t>
            </a:r>
          </a:p>
          <a:p>
            <a:r>
              <a:t>D. The cerebrum is divided into the diencephalon and the telencephalon; the diencephalon is located posterior to the cerebral aqueduct and anterior to the third ventricle.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A</a:t>
            </a:r>
          </a:p>
          <a:p>
            <a:r>
              <a:t>2. C</a:t>
            </a:r>
          </a:p>
          <a:p>
            <a:r>
              <a:t>3.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Ch3slides.pptx | chunk=doc_0fd5eddc_512_00002 | g=512 | pos=2</a:t>
            </a:r>
          </a:p>
          <a:p>
            <a:r>
              <a:t>Snell Clinical Neuroanatomy.pdf | chunk=doc_d35be9e1_128_01298 | g=128 | pos=1298</a:t>
            </a:r>
          </a:p>
          <a:p>
            <a:r>
              <a:t>Snell Clinical Neuroanatomy.pdf | chunk=doc_a03e906d_128_01298 | g=128 | pos=1298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