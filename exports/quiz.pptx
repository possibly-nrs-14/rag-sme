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Quiz on Autonomous Nervous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What are the two main parts of the autonomic nervous system and their primary functions?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Sympathetic part - conserves energy, Parasympathetic part - prepares the body for emergencies</a:t>
            </a:r>
          </a:p>
          <a:p>
            <a:r>
              <a:t>B. Sympathetic part - prepares the body for emergencies, Parasympathetic part - conserves and restores energy</a:t>
            </a:r>
          </a:p>
          <a:p>
            <a:r>
              <a:t>C. Sympathetic part - controls voluntary muscles, Parasympathetic part - controls involuntary muscles</a:t>
            </a:r>
          </a:p>
          <a:p>
            <a:r>
              <a:t>D. Sympathetic part - controls glands, Parasympathetic part - controls smooth muscles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Snell Clinical Neuroanatomy.pdf | chunk=doc_e480feef_128_00032 | g=128 | pos=32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